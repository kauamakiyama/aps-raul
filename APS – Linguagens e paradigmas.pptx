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73" r:id="rId5"/>
    <p:sldId id="275" r:id="rId6"/>
    <p:sldId id="277" r:id="rId7"/>
    <p:sldId id="278" r:id="rId8"/>
    <p:sldId id="279" r:id="rId9"/>
    <p:sldId id="280" r:id="rId10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55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BEB2"/>
    <a:srgbClr val="753F2D"/>
    <a:srgbClr val="5E3324"/>
    <a:srgbClr val="8A4C34"/>
    <a:srgbClr val="815550"/>
    <a:srgbClr val="A3573E"/>
    <a:srgbClr val="E7E6E6"/>
    <a:srgbClr val="C28D6D"/>
    <a:srgbClr val="D2986F"/>
    <a:srgbClr val="333B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6327"/>
  </p:normalViewPr>
  <p:slideViewPr>
    <p:cSldViewPr snapToGrid="0">
      <p:cViewPr varScale="1">
        <p:scale>
          <a:sx n="106" d="100"/>
          <a:sy n="106" d="100"/>
        </p:scale>
        <p:origin x="136" y="72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55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61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84384739-269E-E1F1-8ABC-69E6FF0B24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07E762C-8F56-4D66-7FDD-AEC906335A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72055B30-24D7-44ED-AF47-2B108523EF9F}" type="datetime1">
              <a:rPr lang="pt-BR" smtClean="0"/>
              <a:t>16/11/2025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021BBEC-2A52-4B1C-EAC4-F2506E89EF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ECE0FC2-0147-D8D1-D79B-AFEA881A33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148931F5-0986-448A-BDF9-01DB807120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00568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FD51395A-71F8-442A-9FEC-45AF195B3933}" type="datetime1">
              <a:rPr lang="pt-BR" smtClean="0"/>
              <a:pPr/>
              <a:t>16/11/2025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DECDE012-9E2E-4477-8B5C-4E7D4E9BCBA6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CDE012-9E2E-4477-8B5C-4E7D4E9BCBA6}" type="slidenum">
              <a:rPr lang="pt-BR" noProof="0" smtClean="0"/>
              <a:t>1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388204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CDE012-9E2E-4477-8B5C-4E7D4E9BCBA6}" type="slidenum">
              <a:rPr lang="pt-BR" noProof="0" smtClean="0"/>
              <a:t>2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10032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CDE012-9E2E-4477-8B5C-4E7D4E9BCBA6}" type="slidenum">
              <a:rPr lang="pt-BR" noProof="0" smtClean="0"/>
              <a:t>3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757983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A5CA-6417-420F-FA84-303EE7F84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DD04C07-DDDC-B8F0-F747-B32601DFB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9B64B3B-1CA6-660E-7F2B-DDB5A1FAD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66338FD-626D-21BB-FC8B-0C72B26FF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CDE012-9E2E-4477-8B5C-4E7D4E9BCBA6}" type="slidenum">
              <a:rPr lang="pt-BR" noProof="0" smtClean="0"/>
              <a:t>4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40504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0411-5C8E-2F17-1D08-0B1A0CFA6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E080504-A105-C6D4-A18F-8B1A7D74B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EB40DA7-0EEA-D658-E7A2-57C7A2B9A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C15AA1-B7CA-FC86-1666-86F43FF36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CDE012-9E2E-4477-8B5C-4E7D4E9BCBA6}" type="slidenum">
              <a:rPr lang="pt-BR" noProof="0" smtClean="0"/>
              <a:t>5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96443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96186-8E2D-7281-95FD-753B66782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3B5699F-C5A5-CA57-8A2A-65C99850D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35CD6C0-FAE6-BB63-B549-65E3C8675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745E4F-9D7B-6DE5-1EFA-ABBA85C24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CDE012-9E2E-4477-8B5C-4E7D4E9BCBA6}" type="slidenum">
              <a:rPr lang="pt-BR" noProof="0" smtClean="0"/>
              <a:t>6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481027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B8029-33F3-9414-AD10-00871D91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</p:spPr>
        <p:txBody>
          <a:bodyPr rtlCol="0" anchor="t">
            <a:normAutofit/>
          </a:bodyPr>
          <a:lstStyle>
            <a:lvl1pPr algn="l">
              <a:lnSpc>
                <a:spcPct val="80000"/>
              </a:lnSpc>
              <a:defRPr lang="pt-BR" sz="72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32B008-64B6-378D-9C5D-DCC8DFEBC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</p:spPr>
        <p:txBody>
          <a:bodyPr rtlCol="0"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lang="pt-BR"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editar o estilo do subtítulo Mestre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5444BA9-47A2-8EBA-F11F-AF833CBC1FB6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F7C7E957-5A54-C6BB-DBCA-B0A579E9912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F75792F5-3B57-83E5-2E85-1B67A64BF570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063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03BBE-23DC-E951-32B6-0E91B808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 rtlCol="0"/>
          <a:lstStyle>
            <a:lvl1pPr>
              <a:defRPr lang="pt-BR" sz="500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10836A-7452-872A-28D0-081C1338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lang="pt-BR"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lang="pt-BR" sz="1600" i="1"/>
            </a:lvl2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E39F35-2573-69E0-B17D-B4B0F85C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35B5CE41-241D-72CD-1C8F-006A477B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BFCF61C-3B18-4C03-8326-CC3B32D710C9}" type="slidenum">
              <a:rPr lang="pt-BR" noProof="0" smtClean="0"/>
              <a:t>‹nº›</a:t>
            </a:fld>
            <a:endParaRPr lang="pt-BR" noProof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52789DD7-8E5F-BCF6-7A1E-0AC33BD880A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D610F86C-F479-AC03-216E-DD60112AC8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0A02E8F6-3623-48C2-4F02-9472E2977FB8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826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39D39-DAD0-D550-D3C7-42F702A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</p:spPr>
        <p:txBody>
          <a:bodyPr rtlCol="0" anchor="b"/>
          <a:lstStyle>
            <a:lvl1pPr>
              <a:defRPr lang="pt-BR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054DFA-4C17-2AA0-0E19-8D452B73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</p:spPr>
        <p:txBody>
          <a:bodyPr rtlCol="0"/>
          <a:lstStyle>
            <a:lvl1pPr marL="0" indent="0">
              <a:buNone/>
              <a:defRPr lang="pt-BR" sz="2400">
                <a:solidFill>
                  <a:schemeClr val="bg1"/>
                </a:solidFill>
              </a:defRPr>
            </a:lvl1pPr>
            <a:lvl2pPr marL="457200" indent="0">
              <a:buNone/>
              <a:defRPr lang="pt-BR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pt-BR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pt-BR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pt-BR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pt-BR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pt-BR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pt-BR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pt-BR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AF8D5DED-A875-4BFE-015E-C29679EC468C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4ED54A14-B37E-AA5D-2F7D-4530DEF3C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8611F7DB-0F8D-8E5A-0137-AD5E5B20C351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271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duas colunas escura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BFCF61C-3B18-4C03-8326-CC3B32D710C9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ítulo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 rtlCol="0"/>
          <a:lstStyle>
            <a:lvl1pPr>
              <a:defRPr lang="pt-BR" sz="5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200" b="1">
                <a:solidFill>
                  <a:schemeClr val="bg1"/>
                </a:solidFill>
              </a:defRPr>
            </a:lvl1pPr>
            <a:lvl2pPr>
              <a:defRPr lang="pt-BR">
                <a:solidFill>
                  <a:schemeClr val="bg1"/>
                </a:solidFill>
              </a:defRPr>
            </a:lvl2pPr>
            <a:lvl3pPr>
              <a:defRPr lang="pt-BR">
                <a:solidFill>
                  <a:schemeClr val="bg1"/>
                </a:solidFill>
              </a:defRPr>
            </a:lvl3pPr>
            <a:lvl4pPr>
              <a:defRPr lang="pt-BR">
                <a:solidFill>
                  <a:schemeClr val="bg1"/>
                </a:solidFill>
              </a:defRPr>
            </a:lvl4pPr>
            <a:lvl5pPr>
              <a:defRPr lang="pt-BR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200" b="1">
                <a:solidFill>
                  <a:schemeClr val="bg1"/>
                </a:solidFill>
              </a:defRPr>
            </a:lvl1pPr>
            <a:lvl2pPr>
              <a:defRPr lang="pt-BR">
                <a:solidFill>
                  <a:schemeClr val="bg1"/>
                </a:solidFill>
              </a:defRPr>
            </a:lvl2pPr>
            <a:lvl3pPr>
              <a:defRPr lang="pt-BR">
                <a:solidFill>
                  <a:schemeClr val="bg1"/>
                </a:solidFill>
              </a:defRPr>
            </a:lvl3pPr>
            <a:lvl4pPr>
              <a:defRPr lang="pt-BR">
                <a:solidFill>
                  <a:schemeClr val="bg1"/>
                </a:solidFill>
              </a:defRPr>
            </a:lvl4pPr>
            <a:lvl5pPr>
              <a:defRPr lang="pt-BR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28961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duas colunas clara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BFCF61C-3B18-4C03-8326-CC3B32D710C9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 rtlCol="0"/>
          <a:lstStyle>
            <a:lvl1pPr>
              <a:defRPr lang="pt-BR" sz="500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200" b="1">
                <a:solidFill>
                  <a:schemeClr val="tx2"/>
                </a:solidFill>
              </a:defRPr>
            </a:lvl1pPr>
            <a:lvl2pPr>
              <a:defRPr lang="pt-BR">
                <a:solidFill>
                  <a:schemeClr val="bg1"/>
                </a:solidFill>
              </a:defRPr>
            </a:lvl2pPr>
            <a:lvl3pPr>
              <a:defRPr lang="pt-BR">
                <a:solidFill>
                  <a:schemeClr val="bg1"/>
                </a:solidFill>
              </a:defRPr>
            </a:lvl3pPr>
            <a:lvl4pPr>
              <a:defRPr lang="pt-BR">
                <a:solidFill>
                  <a:schemeClr val="bg1"/>
                </a:solidFill>
              </a:defRPr>
            </a:lvl4pPr>
            <a:lvl5pPr>
              <a:defRPr lang="pt-BR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200" b="1">
                <a:solidFill>
                  <a:schemeClr val="tx2"/>
                </a:solidFill>
              </a:defRPr>
            </a:lvl1pPr>
            <a:lvl2pPr>
              <a:defRPr lang="pt-BR">
                <a:solidFill>
                  <a:schemeClr val="bg1"/>
                </a:solidFill>
              </a:defRPr>
            </a:lvl2pPr>
            <a:lvl3pPr>
              <a:defRPr lang="pt-BR">
                <a:solidFill>
                  <a:schemeClr val="bg1"/>
                </a:solidFill>
              </a:defRPr>
            </a:lvl3pPr>
            <a:lvl4pPr>
              <a:defRPr lang="pt-BR">
                <a:solidFill>
                  <a:schemeClr val="bg1"/>
                </a:solidFill>
              </a:defRPr>
            </a:lvl4pPr>
            <a:lvl5pPr>
              <a:defRPr lang="pt-BR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8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ixa escura de título e conteúdo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lang="pt-B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pt-B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pt-B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pt-B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pt-B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pt-B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pt-B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pt-B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pt-B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pt-BR" noProof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pt-BR">
                <a:solidFill>
                  <a:schemeClr val="accent5"/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solidFill>
                  <a:schemeClr val="accent5"/>
                </a:solidFill>
              </a:defRPr>
            </a:lvl1pPr>
          </a:lstStyle>
          <a:p>
            <a:pPr rtl="0"/>
            <a:fld id="{5BFCF61C-3B18-4C03-8326-CC3B32D710C9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 rtlCol="0"/>
          <a:lstStyle>
            <a:lvl1pPr>
              <a:defRPr lang="pt-BR" sz="5000">
                <a:solidFill>
                  <a:schemeClr val="accent5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200" b="1">
                <a:solidFill>
                  <a:schemeClr val="tx2"/>
                </a:solidFill>
              </a:defRPr>
            </a:lvl1pPr>
            <a:lvl2pPr>
              <a:defRPr lang="pt-BR">
                <a:solidFill>
                  <a:schemeClr val="bg1"/>
                </a:solidFill>
              </a:defRPr>
            </a:lvl2pPr>
            <a:lvl3pPr>
              <a:defRPr lang="pt-BR">
                <a:solidFill>
                  <a:schemeClr val="bg1"/>
                </a:solidFill>
              </a:defRPr>
            </a:lvl3pPr>
            <a:lvl4pPr>
              <a:defRPr lang="pt-BR">
                <a:solidFill>
                  <a:schemeClr val="bg1"/>
                </a:solidFill>
              </a:defRPr>
            </a:lvl4pPr>
            <a:lvl5pPr>
              <a:defRPr lang="pt-BR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628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ês conteúdos à esquer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lang="pt-B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pt-B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pt-B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pt-B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pt-B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pt-B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pt-B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pt-B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pt-B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pt-BR" noProof="0">
              <a:solidFill>
                <a:schemeClr val="bg2"/>
              </a:solidFill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BFCF61C-3B18-4C03-8326-CC3B32D710C9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 rtlCol="0"/>
          <a:lstStyle>
            <a:lvl1pPr>
              <a:lnSpc>
                <a:spcPct val="100000"/>
              </a:lnSpc>
              <a:defRPr lang="pt-BR" sz="500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BR" sz="2200" b="1">
                <a:solidFill>
                  <a:schemeClr val="tx2"/>
                </a:solidFill>
              </a:defRPr>
            </a:lvl1pPr>
            <a:lvl2pPr>
              <a:defRPr lang="pt-BR">
                <a:solidFill>
                  <a:schemeClr val="bg1"/>
                </a:solidFill>
              </a:defRPr>
            </a:lvl2pPr>
            <a:lvl3pPr>
              <a:defRPr lang="pt-BR">
                <a:solidFill>
                  <a:schemeClr val="bg1"/>
                </a:solidFill>
              </a:defRPr>
            </a:lvl3pPr>
            <a:lvl4pPr>
              <a:defRPr lang="pt-BR">
                <a:solidFill>
                  <a:schemeClr val="bg1"/>
                </a:solidFill>
              </a:defRPr>
            </a:lvl4pPr>
            <a:lvl5pPr>
              <a:defRPr lang="pt-BR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BR" sz="2200" b="1">
                <a:solidFill>
                  <a:schemeClr val="tx2"/>
                </a:solidFill>
              </a:defRPr>
            </a:lvl1pPr>
            <a:lvl2pPr>
              <a:defRPr lang="pt-BR">
                <a:solidFill>
                  <a:schemeClr val="bg1"/>
                </a:solidFill>
              </a:defRPr>
            </a:lvl2pPr>
            <a:lvl3pPr>
              <a:defRPr lang="pt-BR">
                <a:solidFill>
                  <a:schemeClr val="bg1"/>
                </a:solidFill>
              </a:defRPr>
            </a:lvl3pPr>
            <a:lvl4pPr>
              <a:defRPr lang="pt-BR">
                <a:solidFill>
                  <a:schemeClr val="bg1"/>
                </a:solidFill>
              </a:defRPr>
            </a:lvl4pPr>
            <a:lvl5pPr>
              <a:defRPr lang="pt-BR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BR" sz="2200" b="1">
                <a:solidFill>
                  <a:schemeClr val="tx2"/>
                </a:solidFill>
              </a:defRPr>
            </a:lvl1pPr>
            <a:lvl2pPr>
              <a:defRPr lang="pt-BR">
                <a:solidFill>
                  <a:schemeClr val="bg1"/>
                </a:solidFill>
              </a:defRPr>
            </a:lvl2pPr>
            <a:lvl3pPr>
              <a:defRPr lang="pt-BR">
                <a:solidFill>
                  <a:schemeClr val="bg1"/>
                </a:solidFill>
              </a:defRPr>
            </a:lvl3pPr>
            <a:lvl4pPr>
              <a:defRPr lang="pt-BR">
                <a:solidFill>
                  <a:schemeClr val="bg1"/>
                </a:solidFill>
              </a:defRPr>
            </a:lvl4pPr>
            <a:lvl5pPr>
              <a:defRPr lang="pt-BR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3" name="Espaço Reservado para Texto 13">
            <a:extLst>
              <a:ext uri="{FF2B5EF4-FFF2-40B4-BE49-F238E27FC236}">
                <a16:creationId xmlns:a16="http://schemas.microsoft.com/office/drawing/2014/main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</p:txBody>
      </p:sp>
    </p:spTree>
    <p:extLst>
      <p:ext uri="{BB962C8B-B14F-4D97-AF65-F5344CB8AC3E}">
        <p14:creationId xmlns:p14="http://schemas.microsoft.com/office/powerpoint/2010/main" val="377598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à direit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>
              <a:solidFill>
                <a:schemeClr val="bg1"/>
              </a:solidFill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BFCF61C-3B18-4C03-8326-CC3B32D710C9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 rtlCol="0"/>
          <a:lstStyle>
            <a:lvl1pPr>
              <a:lnSpc>
                <a:spcPct val="80000"/>
              </a:lnSpc>
              <a:defRPr lang="pt-BR" sz="500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BR" sz="2200" b="1">
                <a:solidFill>
                  <a:schemeClr val="tx2"/>
                </a:solidFill>
              </a:defRPr>
            </a:lvl1pPr>
            <a:lvl2pPr>
              <a:defRPr lang="pt-BR">
                <a:solidFill>
                  <a:schemeClr val="bg1"/>
                </a:solidFill>
              </a:defRPr>
            </a:lvl2pPr>
            <a:lvl3pPr>
              <a:defRPr lang="pt-BR">
                <a:solidFill>
                  <a:schemeClr val="bg1"/>
                </a:solidFill>
              </a:defRPr>
            </a:lvl3pPr>
            <a:lvl4pPr>
              <a:defRPr lang="pt-BR">
                <a:solidFill>
                  <a:schemeClr val="bg1"/>
                </a:solidFill>
              </a:defRPr>
            </a:lvl4pPr>
            <a:lvl5pPr>
              <a:defRPr lang="pt-BR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200" b="1">
                <a:solidFill>
                  <a:schemeClr val="tx2"/>
                </a:solidFill>
              </a:defRPr>
            </a:lvl1pPr>
            <a:lvl2pPr>
              <a:defRPr lang="pt-BR">
                <a:solidFill>
                  <a:schemeClr val="bg1"/>
                </a:solidFill>
              </a:defRPr>
            </a:lvl2pPr>
            <a:lvl3pPr>
              <a:defRPr lang="pt-BR">
                <a:solidFill>
                  <a:schemeClr val="bg1"/>
                </a:solidFill>
              </a:defRPr>
            </a:lvl3pPr>
            <a:lvl4pPr>
              <a:defRPr lang="pt-BR">
                <a:solidFill>
                  <a:schemeClr val="bg1"/>
                </a:solidFill>
              </a:defRPr>
            </a:lvl4pPr>
            <a:lvl5pPr>
              <a:defRPr lang="pt-BR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097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no escuro à direit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>
              <a:solidFill>
                <a:schemeClr val="tx2"/>
              </a:solidFill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solidFill>
                  <a:schemeClr val="bg1"/>
                </a:solidFill>
              </a:defRPr>
            </a:lvl1pPr>
          </a:lstStyle>
          <a:p>
            <a:pPr rtl="0"/>
            <a:fld id="{5BFCF61C-3B18-4C03-8326-CC3B32D710C9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 rtlCol="0"/>
          <a:lstStyle>
            <a:lvl1pPr>
              <a:lnSpc>
                <a:spcPct val="80000"/>
              </a:lnSpc>
              <a:defRPr lang="pt-BR" sz="5000">
                <a:solidFill>
                  <a:schemeClr val="accent4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200" b="1">
                <a:solidFill>
                  <a:schemeClr val="accent5"/>
                </a:solidFill>
              </a:defRPr>
            </a:lvl1pPr>
            <a:lvl2pPr>
              <a:defRPr lang="pt-BR">
                <a:solidFill>
                  <a:schemeClr val="bg1"/>
                </a:solidFill>
              </a:defRPr>
            </a:lvl2pPr>
            <a:lvl3pPr>
              <a:defRPr lang="pt-BR">
                <a:solidFill>
                  <a:schemeClr val="bg1"/>
                </a:solidFill>
              </a:defRPr>
            </a:lvl3pPr>
            <a:lvl4pPr>
              <a:defRPr lang="pt-BR">
                <a:solidFill>
                  <a:schemeClr val="bg1"/>
                </a:solidFill>
              </a:defRPr>
            </a:lvl4pPr>
            <a:lvl5pPr>
              <a:defRPr lang="pt-BR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200" b="1">
                <a:solidFill>
                  <a:schemeClr val="accent5"/>
                </a:solidFill>
              </a:defRPr>
            </a:lvl1pPr>
            <a:lvl2pPr>
              <a:defRPr lang="pt-BR">
                <a:solidFill>
                  <a:schemeClr val="bg1"/>
                </a:solidFill>
              </a:defRPr>
            </a:lvl2pPr>
            <a:lvl3pPr>
              <a:defRPr lang="pt-BR">
                <a:solidFill>
                  <a:schemeClr val="bg1"/>
                </a:solidFill>
              </a:defRPr>
            </a:lvl3pPr>
            <a:lvl4pPr>
              <a:defRPr lang="pt-BR">
                <a:solidFill>
                  <a:schemeClr val="bg1"/>
                </a:solidFill>
              </a:defRPr>
            </a:lvl4pPr>
            <a:lvl5pPr>
              <a:defRPr lang="pt-BR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19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BFCF61C-3B18-4C03-8326-CC3B32D710C9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 rtlCol="0"/>
          <a:lstStyle>
            <a:lvl1pPr>
              <a:defRPr lang="pt-BR" sz="500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200" b="1">
                <a:solidFill>
                  <a:schemeClr val="tx2"/>
                </a:solidFill>
              </a:defRPr>
            </a:lvl1pPr>
            <a:lvl2pPr>
              <a:defRPr lang="pt-BR">
                <a:solidFill>
                  <a:schemeClr val="bg1"/>
                </a:solidFill>
              </a:defRPr>
            </a:lvl2pPr>
            <a:lvl3pPr>
              <a:defRPr lang="pt-BR">
                <a:solidFill>
                  <a:schemeClr val="bg1"/>
                </a:solidFill>
              </a:defRPr>
            </a:lvl3pPr>
            <a:lvl4pPr>
              <a:defRPr lang="pt-BR">
                <a:solidFill>
                  <a:schemeClr val="bg1"/>
                </a:solidFill>
              </a:defRPr>
            </a:lvl4pPr>
            <a:lvl5pPr>
              <a:defRPr lang="pt-BR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200" b="1">
                <a:solidFill>
                  <a:schemeClr val="tx2"/>
                </a:solidFill>
              </a:defRPr>
            </a:lvl1pPr>
            <a:lvl2pPr>
              <a:defRPr lang="pt-BR">
                <a:solidFill>
                  <a:schemeClr val="bg1"/>
                </a:solidFill>
              </a:defRPr>
            </a:lvl2pPr>
            <a:lvl3pPr>
              <a:defRPr lang="pt-BR">
                <a:solidFill>
                  <a:schemeClr val="bg1"/>
                </a:solidFill>
              </a:defRPr>
            </a:lvl3pPr>
            <a:lvl4pPr>
              <a:defRPr lang="pt-BR">
                <a:solidFill>
                  <a:schemeClr val="bg1"/>
                </a:solidFill>
              </a:defRPr>
            </a:lvl4pPr>
            <a:lvl5pPr>
              <a:defRPr lang="pt-BR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178902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Três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BFCF61C-3B18-4C03-8326-CC3B32D710C9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 rtlCol="0"/>
          <a:lstStyle>
            <a:lvl1pPr>
              <a:defRPr lang="pt-BR" sz="500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200" b="1">
                <a:solidFill>
                  <a:schemeClr val="tx2"/>
                </a:solidFill>
              </a:defRPr>
            </a:lvl1pPr>
            <a:lvl2pPr>
              <a:defRPr lang="pt-BR">
                <a:solidFill>
                  <a:schemeClr val="bg1"/>
                </a:solidFill>
              </a:defRPr>
            </a:lvl2pPr>
            <a:lvl3pPr>
              <a:defRPr lang="pt-BR">
                <a:solidFill>
                  <a:schemeClr val="bg1"/>
                </a:solidFill>
              </a:defRPr>
            </a:lvl3pPr>
            <a:lvl4pPr>
              <a:defRPr lang="pt-BR">
                <a:solidFill>
                  <a:schemeClr val="bg1"/>
                </a:solidFill>
              </a:defRPr>
            </a:lvl4pPr>
            <a:lvl5pPr>
              <a:defRPr lang="pt-BR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200" b="1">
                <a:solidFill>
                  <a:schemeClr val="tx2"/>
                </a:solidFill>
              </a:defRPr>
            </a:lvl1pPr>
            <a:lvl2pPr>
              <a:defRPr lang="pt-BR">
                <a:solidFill>
                  <a:schemeClr val="bg1"/>
                </a:solidFill>
              </a:defRPr>
            </a:lvl2pPr>
            <a:lvl3pPr>
              <a:defRPr lang="pt-BR">
                <a:solidFill>
                  <a:schemeClr val="bg1"/>
                </a:solidFill>
              </a:defRPr>
            </a:lvl3pPr>
            <a:lvl4pPr>
              <a:defRPr lang="pt-BR">
                <a:solidFill>
                  <a:schemeClr val="bg1"/>
                </a:solidFill>
              </a:defRPr>
            </a:lvl4pPr>
            <a:lvl5pPr>
              <a:defRPr lang="pt-BR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200" b="1">
                <a:solidFill>
                  <a:schemeClr val="tx2"/>
                </a:solidFill>
              </a:defRPr>
            </a:lvl1pPr>
            <a:lvl2pPr>
              <a:defRPr lang="pt-BR">
                <a:solidFill>
                  <a:schemeClr val="bg1"/>
                </a:solidFill>
              </a:defRPr>
            </a:lvl2pPr>
            <a:lvl3pPr>
              <a:defRPr lang="pt-BR">
                <a:solidFill>
                  <a:schemeClr val="bg1"/>
                </a:solidFill>
              </a:defRPr>
            </a:lvl3pPr>
            <a:lvl4pPr>
              <a:defRPr lang="pt-BR">
                <a:solidFill>
                  <a:schemeClr val="bg1"/>
                </a:solidFill>
              </a:defRPr>
            </a:lvl4pPr>
            <a:lvl5pPr>
              <a:defRPr lang="pt-BR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0" name="Espaço Reservado para Texto 13">
            <a:extLst>
              <a:ext uri="{FF2B5EF4-FFF2-40B4-BE49-F238E27FC236}">
                <a16:creationId xmlns:a16="http://schemas.microsoft.com/office/drawing/2014/main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pt-BR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318147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emo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rtlCol="0" anchor="t"/>
          <a:lstStyle>
            <a:lvl1pPr>
              <a:lnSpc>
                <a:spcPct val="80000"/>
              </a:lnSpc>
              <a:defRPr lang="pt-BR" sz="72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BR"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lang="pt-BR" sz="2200">
                <a:solidFill>
                  <a:schemeClr val="bg1"/>
                </a:solidFill>
              </a:defRPr>
            </a:lvl2pPr>
            <a:lvl3pPr>
              <a:defRPr lang="pt-BR">
                <a:solidFill>
                  <a:schemeClr val="bg1"/>
                </a:solidFill>
              </a:defRPr>
            </a:lvl3pPr>
            <a:lvl4pPr>
              <a:defRPr lang="pt-BR">
                <a:solidFill>
                  <a:schemeClr val="bg1"/>
                </a:solidFill>
              </a:defRPr>
            </a:lvl4pPr>
            <a:lvl5pPr>
              <a:defRPr lang="pt-BR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152596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BFCF61C-3B18-4C03-8326-CC3B32D710C9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noProof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25763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F1F3471-B7F6-01DB-D712-136C1626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2C05956-4CA5-988F-7C93-317A88D1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BFCF61C-3B18-4C03-8326-CC3B32D710C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85614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AB670E-478C-D301-FCE5-E8300246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lang="pt-BR" sz="320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3B16CD-30BD-156F-11B4-9CF89A06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lang="pt-BR" sz="3200"/>
            </a:lvl1pPr>
            <a:lvl2pPr>
              <a:defRPr lang="pt-BR" sz="2800"/>
            </a:lvl2pPr>
            <a:lvl3pPr>
              <a:defRPr lang="pt-BR" sz="2400"/>
            </a:lvl3pPr>
            <a:lvl4pPr>
              <a:defRPr lang="pt-BR" sz="2000"/>
            </a:lvl4pPr>
            <a:lvl5pPr>
              <a:defRPr lang="pt-BR" sz="2000"/>
            </a:lvl5pPr>
            <a:lvl6pPr>
              <a:defRPr lang="pt-BR" sz="2000"/>
            </a:lvl6pPr>
            <a:lvl7pPr>
              <a:defRPr lang="pt-BR" sz="2000"/>
            </a:lvl7pPr>
            <a:lvl8pPr>
              <a:defRPr lang="pt-BR" sz="2000"/>
            </a:lvl8pPr>
            <a:lvl9pPr>
              <a:defRPr lang="pt-BR" sz="2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E3C54B0-9878-1911-8DE9-EC464D20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pt-BR" sz="1600"/>
            </a:lvl1pPr>
            <a:lvl2pPr marL="457200" indent="0">
              <a:buNone/>
              <a:defRPr lang="pt-BR" sz="1400"/>
            </a:lvl2pPr>
            <a:lvl3pPr marL="914400" indent="0">
              <a:buNone/>
              <a:defRPr lang="pt-BR" sz="1200"/>
            </a:lvl3pPr>
            <a:lvl4pPr marL="1371600" indent="0">
              <a:buNone/>
              <a:defRPr lang="pt-BR" sz="1000"/>
            </a:lvl4pPr>
            <a:lvl5pPr marL="1828800" indent="0">
              <a:buNone/>
              <a:defRPr lang="pt-BR" sz="1000"/>
            </a:lvl5pPr>
            <a:lvl6pPr marL="2286000" indent="0">
              <a:buNone/>
              <a:defRPr lang="pt-BR" sz="1000"/>
            </a:lvl6pPr>
            <a:lvl7pPr marL="2743200" indent="0">
              <a:buNone/>
              <a:defRPr lang="pt-BR" sz="1000"/>
            </a:lvl7pPr>
            <a:lvl8pPr marL="3200400" indent="0">
              <a:buNone/>
              <a:defRPr lang="pt-BR" sz="1000"/>
            </a:lvl8pPr>
            <a:lvl9pPr marL="3657600" indent="0">
              <a:buNone/>
              <a:defRPr lang="pt-BR"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697EEE8-8F1E-8F14-E2ED-333A1FF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9DFABEB-B6B7-2591-AE85-265A3F87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BFCF61C-3B18-4C03-8326-CC3B32D710C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6230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E52A6A-C17E-2616-3199-C8D78E7E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lang="pt-BR" sz="320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7705714-E101-08DD-6A13-D561A3EC2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lang="pt-BR" sz="3200"/>
            </a:lvl1pPr>
            <a:lvl2pPr marL="457200" indent="0">
              <a:buNone/>
              <a:defRPr lang="pt-BR" sz="2800"/>
            </a:lvl2pPr>
            <a:lvl3pPr marL="914400" indent="0">
              <a:buNone/>
              <a:defRPr lang="pt-BR" sz="2400"/>
            </a:lvl3pPr>
            <a:lvl4pPr marL="1371600" indent="0">
              <a:buNone/>
              <a:defRPr lang="pt-BR" sz="2000"/>
            </a:lvl4pPr>
            <a:lvl5pPr marL="1828800" indent="0">
              <a:buNone/>
              <a:defRPr lang="pt-BR" sz="2000"/>
            </a:lvl5pPr>
            <a:lvl6pPr marL="2286000" indent="0">
              <a:buNone/>
              <a:defRPr lang="pt-BR" sz="2000"/>
            </a:lvl6pPr>
            <a:lvl7pPr marL="2743200" indent="0">
              <a:buNone/>
              <a:defRPr lang="pt-BR" sz="2000"/>
            </a:lvl7pPr>
            <a:lvl8pPr marL="3200400" indent="0">
              <a:buNone/>
              <a:defRPr lang="pt-BR" sz="2000"/>
            </a:lvl8pPr>
            <a:lvl9pPr marL="3657600" indent="0">
              <a:buNone/>
              <a:defRPr lang="pt-BR" sz="20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16ECB26-D659-5BC3-C669-1B45225D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pt-BR" sz="1600"/>
            </a:lvl1pPr>
            <a:lvl2pPr marL="457200" indent="0">
              <a:buNone/>
              <a:defRPr lang="pt-BR" sz="1400"/>
            </a:lvl2pPr>
            <a:lvl3pPr marL="914400" indent="0">
              <a:buNone/>
              <a:defRPr lang="pt-BR" sz="1200"/>
            </a:lvl3pPr>
            <a:lvl4pPr marL="1371600" indent="0">
              <a:buNone/>
              <a:defRPr lang="pt-BR" sz="1000"/>
            </a:lvl4pPr>
            <a:lvl5pPr marL="1828800" indent="0">
              <a:buNone/>
              <a:defRPr lang="pt-BR" sz="1000"/>
            </a:lvl5pPr>
            <a:lvl6pPr marL="2286000" indent="0">
              <a:buNone/>
              <a:defRPr lang="pt-BR" sz="1000"/>
            </a:lvl6pPr>
            <a:lvl7pPr marL="2743200" indent="0">
              <a:buNone/>
              <a:defRPr lang="pt-BR" sz="1000"/>
            </a:lvl7pPr>
            <a:lvl8pPr marL="3200400" indent="0">
              <a:buNone/>
              <a:defRPr lang="pt-BR" sz="1000"/>
            </a:lvl8pPr>
            <a:lvl9pPr marL="3657600" indent="0">
              <a:buNone/>
              <a:defRPr lang="pt-BR"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C595AB-D292-D355-47CD-748C160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CC1CEE5F-F44A-DD2C-EEC3-D4C76B69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BFCF61C-3B18-4C03-8326-CC3B32D710C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75293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76BC278-3A9A-4241-1DE5-469D2AB5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8A5E58-5605-E2B6-AEBE-7EF159AA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pt-BR"/>
            </a:def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21D507-72FD-CB53-B342-C69D562A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A3E9A7-861F-C5C4-DD4E-37AC66D86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480" y="301752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877A1DC-56B8-6C78-5020-E45478D0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tx2"/>
                </a:solidFill>
              </a:defRPr>
            </a:lvl1pPr>
          </a:lstStyle>
          <a:p>
            <a:pPr rtl="0"/>
            <a:fld id="{5BFCF61C-3B18-4C03-8326-CC3B32D710C9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506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1" r:id="rId3"/>
    <p:sldLayoutId id="2147483660" r:id="rId4"/>
    <p:sldLayoutId id="2147483661" r:id="rId5"/>
    <p:sldLayoutId id="2147483665" r:id="rId6"/>
    <p:sldLayoutId id="2147483662" r:id="rId7"/>
    <p:sldLayoutId id="2147483664" r:id="rId8"/>
    <p:sldLayoutId id="2147483663" r:id="rId9"/>
    <p:sldLayoutId id="2147483652" r:id="rId10"/>
    <p:sldLayoutId id="2147483666" r:id="rId11"/>
    <p:sldLayoutId id="2147483658" r:id="rId12"/>
    <p:sldLayoutId id="2147483654" r:id="rId13"/>
    <p:sldLayoutId id="2147483655" r:id="rId14"/>
    <p:sldLayoutId id="2147483656" r:id="rId15"/>
    <p:sldLayoutId id="2147483657" r:id="rId1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pt-BR"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23">
            <a:extLst>
              <a:ext uri="{FF2B5EF4-FFF2-40B4-BE49-F238E27FC236}">
                <a16:creationId xmlns:a16="http://schemas.microsoft.com/office/drawing/2014/main" id="{04B07C7A-8E1D-7BF7-31C8-5C68C6D2F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7512392" cy="2387600"/>
          </a:xfrm>
        </p:spPr>
        <p:txBody>
          <a:bodyPr rtlCol="0">
            <a:normAutofit fontScale="90000"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APS – Linguagens e paradigmas</a:t>
            </a:r>
          </a:p>
        </p:txBody>
      </p:sp>
      <p:sp>
        <p:nvSpPr>
          <p:cNvPr id="11" name="Subtítulo 10">
            <a:extLst>
              <a:ext uri="{FF2B5EF4-FFF2-40B4-BE49-F238E27FC236}">
                <a16:creationId xmlns:a16="http://schemas.microsoft.com/office/drawing/2014/main" id="{EF3A7BFE-9123-98C4-791C-9A3FE773CF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Kauã Bernardo Correia </a:t>
            </a:r>
            <a:r>
              <a:rPr lang="pt-BR" dirty="0" err="1"/>
              <a:t>Makiyama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79103A-7E0F-A503-491C-874CA2A16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RESUMO DO PROJETO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A7A49E4-DCE3-62DE-B6D1-539EBFFFE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r>
              <a:rPr lang="pt-BR" sz="2000" dirty="0"/>
              <a:t>Este trabalho apresenta o desenvolvimento de uma linguagem de programação simples e sua respectiva máquina virtual (VM) interpretadora. O projeto tem como objetivo demonstrar, de forma didática, os princípios fundamentais de interpretação e execução de código em baixo nível. A linguagem proposta possui uma sintaxe minimalista e comandos básicos, voltados para o entendimento de estruturas de controle, variáveis e operações aritméticas. A máquina virtual desenvolvida foi projetada para interpretar programas escritos nessa linguagem, traduzindo-os para instruções executáveis. </a:t>
            </a:r>
          </a:p>
        </p:txBody>
      </p:sp>
    </p:spTree>
    <p:extLst>
      <p:ext uri="{BB962C8B-B14F-4D97-AF65-F5344CB8AC3E}">
        <p14:creationId xmlns:p14="http://schemas.microsoft.com/office/powerpoint/2010/main" val="355179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BDE3D-CB39-03D2-545F-52830247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Motivação 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1683C73-2637-AC0E-5A6B-47B6C6CB9E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2705101"/>
            <a:ext cx="10753344" cy="3262562"/>
          </a:xfrm>
        </p:spPr>
        <p:txBody>
          <a:bodyPr rtlCol="0"/>
          <a:lstStyle>
            <a:defPPr>
              <a:defRPr lang="pt-BR"/>
            </a:defPPr>
          </a:lstStyle>
          <a:p>
            <a:pPr marL="0" indent="0">
              <a:buNone/>
            </a:pPr>
            <a:r>
              <a:rPr lang="pt-BR" dirty="0"/>
              <a:t>Minha motivação para este projeto veio do desejo de, no futuro, desenvolver sistemas que integrem </a:t>
            </a:r>
            <a:r>
              <a:rPr lang="pt-BR" b="1" dirty="0"/>
              <a:t>Inteligência Artificial com bancos de dados financeiros</a:t>
            </a:r>
            <a:r>
              <a:rPr lang="pt-BR" dirty="0"/>
              <a:t>, permitindo que o usuário realize ações complexas com o mínimo de comandos possíveis. Este trabalho representa um passo inicial nessa direção, servindo como base para projetos futuros, como a criação de </a:t>
            </a:r>
            <a:r>
              <a:rPr lang="pt-BR" b="1" dirty="0"/>
              <a:t>algoritmos de previsão de bolsa de valores</a:t>
            </a:r>
            <a:r>
              <a:rPr lang="pt-BR" dirty="0"/>
              <a:t> e ferramentas inteligentes de apoio à decisão.</a:t>
            </a:r>
          </a:p>
        </p:txBody>
      </p:sp>
    </p:spTree>
    <p:extLst>
      <p:ext uri="{BB962C8B-B14F-4D97-AF65-F5344CB8AC3E}">
        <p14:creationId xmlns:p14="http://schemas.microsoft.com/office/powerpoint/2010/main" val="397919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4E038-5C6C-6CCB-C950-773E92B41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3DAA2-A944-524A-1561-1D6E52230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CARACTERISTICAS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DE37636-71CE-C646-80A5-30356C18D46A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365125" y="2566542"/>
            <a:ext cx="1068588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Sintaxe Simples: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linguagem possui estrutura clara, com comandos básicos de declaração, atribuição, exibição e controle de fluxo.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Tokenização Manual: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análise léxica é feita sem expressões regulares ou bibliotecas externas, reforçando o aprendizado sobre construção de interpretadores.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VM Própria: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máquina virtual foi desenvolvida do zero para executar os programas escritos na linguagem, interpretando 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</a:rPr>
              <a:t>as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instruções.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Execução Sequencial: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os comandos são processados em uma pilha de instruções, simulando um modelo básico de arquitetura de máquina.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Portabilidade: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interpretador e a VM são implementados em Python, o que facilita a execução em diferentes sistemas operacionais.</a:t>
            </a:r>
          </a:p>
        </p:txBody>
      </p:sp>
    </p:spTree>
    <p:extLst>
      <p:ext uri="{BB962C8B-B14F-4D97-AF65-F5344CB8AC3E}">
        <p14:creationId xmlns:p14="http://schemas.microsoft.com/office/powerpoint/2010/main" val="2880701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2DA16-5253-974B-3010-3C31D1435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8C2441-3456-57B2-9BB2-8CDFDA771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Curiosidades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8A56A09-CA03-46C2-1FD2-A4A35A70E1A6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365125" y="3058985"/>
            <a:ext cx="1133157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linguagem foi projetada para ser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didática e minimalista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inspirada em linguagens como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Pascal e Python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mas com sintaxe própria.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Durante o desenvolvimento, foram testadas diferentes formas de representar instruções, até chegar em um formato intermediário que a VM pudesse entender facilmente.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projeto pode ser expandido para incluir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tipagem dinâmica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funções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 até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 compilador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gere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bytecode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arquitetura da VM é modular, permitindo a substituição ou ampliação do conjunto de instruções, o que a torna uma base interessante para estudos futuros sobre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compiladores e linguagens formais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2713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27BF7-46F3-457C-36B7-6A65C960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15A870-ED20-BCB7-BDBF-F21811B78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Exemplo de uso 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C8E85A8-934A-8F67-CD03-15B27AF2B8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2296" y="2705100"/>
            <a:ext cx="11280808" cy="4014536"/>
          </a:xfrm>
        </p:spPr>
        <p:txBody>
          <a:bodyPr rtlCol="0"/>
          <a:lstStyle>
            <a:defPPr>
              <a:defRPr lang="pt-BR"/>
            </a:defPPr>
          </a:lstStyle>
          <a:p>
            <a:pPr marL="0" indent="0">
              <a:buNone/>
            </a:pPr>
            <a:endParaRPr lang="pt-BR" sz="700" dirty="0"/>
          </a:p>
          <a:p>
            <a:pPr marL="0" indent="0">
              <a:buNone/>
            </a:pPr>
            <a:endParaRPr lang="pt-BR" sz="600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5322FE3-4A8A-8F80-60A3-D66CD427E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96" y="2705100"/>
            <a:ext cx="2792019" cy="323755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15B8D8C-BA52-91AE-5471-116D582126C3}"/>
              </a:ext>
            </a:extLst>
          </p:cNvPr>
          <p:cNvSpPr txBox="1"/>
          <p:nvPr/>
        </p:nvSpPr>
        <p:spPr>
          <a:xfrm>
            <a:off x="4178300" y="2705100"/>
            <a:ext cx="523240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Definição de meta: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/>
              <a:t>definir_meta(200)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Leitura dos valores iniciais: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/>
              <a:t>obter(meta) =&gt; m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/>
              <a:t>obter(valor) =&gt; 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Laço de repetição (while)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/>
              <a:t>Deposita 50 na conta viagem e 20 na conta festa / Atualiza o valor total com o novo saldo obtido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Verificação da condição final: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/>
              <a:t>Quando o laço termina, o código verifica se a meta foi atingida: “Parabéns! Você atingiu sua meta!”</a:t>
            </a:r>
          </a:p>
          <a:p>
            <a:endParaRPr lang="pt-BR" dirty="0"/>
          </a:p>
          <a:p>
            <a:pPr lvl="1"/>
            <a:endParaRPr lang="pt-B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16092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0444045_TF10167107_Win32" id="{F4ABC544-F6F8-46C1-9A07-714AD6FBE323}" vid="{7C3128CB-8DE3-487F-B8AA-526A7445D18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5FA367-1CF2-4EC2-949E-D7EB334E59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CF51A7-9108-45AF-AF64-7A03A8DEEF8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66A1098-79A7-47E8-8A61-8CB2B72760B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Relatório de status do projeto</Template>
  <TotalTime>23</TotalTime>
  <Words>479</Words>
  <Application>Microsoft Office PowerPoint</Application>
  <PresentationFormat>Widescreen</PresentationFormat>
  <Paragraphs>42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Tema do Office</vt:lpstr>
      <vt:lpstr>APS – Linguagens e paradigmas</vt:lpstr>
      <vt:lpstr>RESUMO DO PROJETO</vt:lpstr>
      <vt:lpstr>Motivação </vt:lpstr>
      <vt:lpstr>CARACTERISTICAS </vt:lpstr>
      <vt:lpstr>Curiosidades </vt:lpstr>
      <vt:lpstr>Exemplo de uso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Kauã Bernardo Correia</dc:creator>
  <cp:lastModifiedBy>Kauã Bernardo Correia</cp:lastModifiedBy>
  <cp:revision>1</cp:revision>
  <dcterms:created xsi:type="dcterms:W3CDTF">2025-11-15T22:21:28Z</dcterms:created>
  <dcterms:modified xsi:type="dcterms:W3CDTF">2025-11-16T17:13:52Z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